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411" r:id="rId2"/>
  </p:sldIdLst>
  <p:sldSz cx="10691813" cy="7559675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4F2"/>
    <a:srgbClr val="F9E4DB"/>
    <a:srgbClr val="E5EBF7"/>
    <a:srgbClr val="FDF7F5"/>
    <a:srgbClr val="FBECE5"/>
    <a:srgbClr val="FE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432581-7EA0-41F6-BE75-81AFE19131A6}" type="doc">
      <dgm:prSet loTypeId="urn:microsoft.com/office/officeart/2005/8/layout/chart3" loCatId="cycle" qsTypeId="urn:microsoft.com/office/officeart/2005/8/quickstyle/simple1" qsCatId="simple" csTypeId="urn:microsoft.com/office/officeart/2005/8/colors/colorful2" csCatId="colorful" phldr="1"/>
      <dgm:spPr/>
    </dgm:pt>
    <dgm:pt modelId="{0773BD94-9C75-4B9C-AC9B-EC05F1002B62}">
      <dgm:prSet phldrT="[besedilo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sl-SI" sz="1000" dirty="0">
              <a:solidFill>
                <a:schemeClr val="tx1"/>
              </a:solidFill>
            </a:rPr>
            <a:t>PERET</a:t>
          </a:r>
        </a:p>
        <a:p>
          <a:r>
            <a:rPr lang="sl-SI" sz="1000" dirty="0">
              <a:solidFill>
                <a:schemeClr val="tx1"/>
              </a:solidFill>
            </a:rPr>
            <a:t>nastanek</a:t>
          </a:r>
        </a:p>
        <a:p>
          <a:r>
            <a:rPr lang="sl-SI" sz="800" dirty="0">
              <a:solidFill>
                <a:schemeClr val="tx1"/>
              </a:solidFill>
            </a:rPr>
            <a:t>4 mesece po 30 dni</a:t>
          </a:r>
        </a:p>
      </dgm:t>
    </dgm:pt>
    <dgm:pt modelId="{EC0A7D30-54EA-4CD1-B51E-713270364723}" type="parTrans" cxnId="{098AA8D3-20EB-4040-A333-3C63D7E36852}">
      <dgm:prSet/>
      <dgm:spPr/>
      <dgm:t>
        <a:bodyPr/>
        <a:lstStyle/>
        <a:p>
          <a:endParaRPr lang="sl-SI"/>
        </a:p>
      </dgm:t>
    </dgm:pt>
    <dgm:pt modelId="{1496D443-417B-4CCF-B491-772BA845566A}" type="sibTrans" cxnId="{098AA8D3-20EB-4040-A333-3C63D7E36852}">
      <dgm:prSet/>
      <dgm:spPr/>
      <dgm:t>
        <a:bodyPr/>
        <a:lstStyle/>
        <a:p>
          <a:endParaRPr lang="sl-SI"/>
        </a:p>
      </dgm:t>
    </dgm:pt>
    <dgm:pt modelId="{9D23E051-5AF8-4071-BB65-D8F382819302}">
      <dgm:prSet phldrT="[besedilo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sl-SI" sz="1000" dirty="0">
              <a:solidFill>
                <a:schemeClr val="tx1"/>
              </a:solidFill>
            </a:rPr>
            <a:t>SHEMU</a:t>
          </a:r>
        </a:p>
        <a:p>
          <a:r>
            <a:rPr lang="sl-SI" sz="1000" dirty="0">
              <a:solidFill>
                <a:schemeClr val="tx1"/>
              </a:solidFill>
            </a:rPr>
            <a:t>žetev</a:t>
          </a:r>
        </a:p>
        <a:p>
          <a:r>
            <a:rPr lang="sl-SI" sz="800" dirty="0">
              <a:solidFill>
                <a:schemeClr val="tx1"/>
              </a:solidFill>
            </a:rPr>
            <a:t>4 mesece po 30 dni</a:t>
          </a:r>
        </a:p>
      </dgm:t>
    </dgm:pt>
    <dgm:pt modelId="{CDAA3363-02FF-4CBB-ADAC-9F297BB50533}" type="parTrans" cxnId="{0CBEA240-1ACA-4BB0-AB48-DD31CBB1654B}">
      <dgm:prSet/>
      <dgm:spPr/>
      <dgm:t>
        <a:bodyPr/>
        <a:lstStyle/>
        <a:p>
          <a:endParaRPr lang="sl-SI"/>
        </a:p>
      </dgm:t>
    </dgm:pt>
    <dgm:pt modelId="{870FC622-3D53-4848-8B06-6B2F04A63F26}" type="sibTrans" cxnId="{0CBEA240-1ACA-4BB0-AB48-DD31CBB1654B}">
      <dgm:prSet/>
      <dgm:spPr/>
      <dgm:t>
        <a:bodyPr/>
        <a:lstStyle/>
        <a:p>
          <a:endParaRPr lang="sl-SI"/>
        </a:p>
      </dgm:t>
    </dgm:pt>
    <dgm:pt modelId="{0DF8BD15-DF47-4E1C-B229-D0CD534A218F}">
      <dgm:prSet phldrT="[besedilo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sl-SI" sz="1000" dirty="0">
              <a:solidFill>
                <a:schemeClr val="tx1"/>
              </a:solidFill>
            </a:rPr>
            <a:t>AKHET</a:t>
          </a:r>
        </a:p>
        <a:p>
          <a:r>
            <a:rPr lang="sl-SI" sz="1000" dirty="0">
              <a:solidFill>
                <a:schemeClr val="tx1"/>
              </a:solidFill>
            </a:rPr>
            <a:t>poplava </a:t>
          </a:r>
        </a:p>
        <a:p>
          <a:r>
            <a:rPr lang="sl-SI" sz="800" dirty="0">
              <a:solidFill>
                <a:schemeClr val="tx1"/>
              </a:solidFill>
            </a:rPr>
            <a:t>4 mesece po 30 dni</a:t>
          </a:r>
        </a:p>
      </dgm:t>
    </dgm:pt>
    <dgm:pt modelId="{1A51AC3B-932D-4F2D-AAB9-F4BF3DA22A29}" type="parTrans" cxnId="{40362D22-348C-4717-8B4D-9DFDDDBEA3F2}">
      <dgm:prSet/>
      <dgm:spPr/>
      <dgm:t>
        <a:bodyPr/>
        <a:lstStyle/>
        <a:p>
          <a:endParaRPr lang="sl-SI"/>
        </a:p>
      </dgm:t>
    </dgm:pt>
    <dgm:pt modelId="{B194E5F4-77C8-46C4-B4E7-42D2931802BB}" type="sibTrans" cxnId="{40362D22-348C-4717-8B4D-9DFDDDBEA3F2}">
      <dgm:prSet/>
      <dgm:spPr/>
      <dgm:t>
        <a:bodyPr/>
        <a:lstStyle/>
        <a:p>
          <a:endParaRPr lang="sl-SI"/>
        </a:p>
      </dgm:t>
    </dgm:pt>
    <dgm:pt modelId="{EADABCE1-0E6F-4E61-B31B-066E49F11436}" type="pres">
      <dgm:prSet presAssocID="{FE432581-7EA0-41F6-BE75-81AFE19131A6}" presName="compositeShape" presStyleCnt="0">
        <dgm:presLayoutVars>
          <dgm:chMax val="7"/>
          <dgm:dir/>
          <dgm:resizeHandles val="exact"/>
        </dgm:presLayoutVars>
      </dgm:prSet>
      <dgm:spPr/>
    </dgm:pt>
    <dgm:pt modelId="{BACC527E-DE1B-4DB0-9889-624C4337F59D}" type="pres">
      <dgm:prSet presAssocID="{FE432581-7EA0-41F6-BE75-81AFE19131A6}" presName="wedge1" presStyleLbl="node1" presStyleIdx="0" presStyleCnt="3" custLinFactNeighborX="-4954" custLinFactNeighborY="2967"/>
      <dgm:spPr/>
    </dgm:pt>
    <dgm:pt modelId="{BA5BC7F5-58B0-4390-9FC0-4F7BAF9B6988}" type="pres">
      <dgm:prSet presAssocID="{FE432581-7EA0-41F6-BE75-81AFE19131A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0545151-FC7A-4792-A839-4D8C879CBCD0}" type="pres">
      <dgm:prSet presAssocID="{FE432581-7EA0-41F6-BE75-81AFE19131A6}" presName="wedge2" presStyleLbl="node1" presStyleIdx="1" presStyleCnt="3"/>
      <dgm:spPr/>
    </dgm:pt>
    <dgm:pt modelId="{621F2850-EA1E-4CF7-A9D5-9981172133D4}" type="pres">
      <dgm:prSet presAssocID="{FE432581-7EA0-41F6-BE75-81AFE19131A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84A9BA7-034C-44E8-B6A9-959DA4A8B5A0}" type="pres">
      <dgm:prSet presAssocID="{FE432581-7EA0-41F6-BE75-81AFE19131A6}" presName="wedge3" presStyleLbl="node1" presStyleIdx="2" presStyleCnt="3"/>
      <dgm:spPr/>
    </dgm:pt>
    <dgm:pt modelId="{DEA8929F-8439-4F23-8068-64E79FAF70C8}" type="pres">
      <dgm:prSet presAssocID="{FE432581-7EA0-41F6-BE75-81AFE19131A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912EF606-4912-4271-97CA-4FBD74B8F452}" type="presOf" srcId="{9D23E051-5AF8-4071-BB65-D8F382819302}" destId="{621F2850-EA1E-4CF7-A9D5-9981172133D4}" srcOrd="1" destOrd="0" presId="urn:microsoft.com/office/officeart/2005/8/layout/chart3"/>
    <dgm:cxn modelId="{52F39B07-155F-4C25-8153-D50E009197E3}" type="presOf" srcId="{FE432581-7EA0-41F6-BE75-81AFE19131A6}" destId="{EADABCE1-0E6F-4E61-B31B-066E49F11436}" srcOrd="0" destOrd="0" presId="urn:microsoft.com/office/officeart/2005/8/layout/chart3"/>
    <dgm:cxn modelId="{6FD6AD1E-3E5A-4C83-9A0F-67C841C167B4}" type="presOf" srcId="{9D23E051-5AF8-4071-BB65-D8F382819302}" destId="{20545151-FC7A-4792-A839-4D8C879CBCD0}" srcOrd="0" destOrd="0" presId="urn:microsoft.com/office/officeart/2005/8/layout/chart3"/>
    <dgm:cxn modelId="{40362D22-348C-4717-8B4D-9DFDDDBEA3F2}" srcId="{FE432581-7EA0-41F6-BE75-81AFE19131A6}" destId="{0DF8BD15-DF47-4E1C-B229-D0CD534A218F}" srcOrd="2" destOrd="0" parTransId="{1A51AC3B-932D-4F2D-AAB9-F4BF3DA22A29}" sibTransId="{B194E5F4-77C8-46C4-B4E7-42D2931802BB}"/>
    <dgm:cxn modelId="{3CA30C3B-5193-49B3-A85B-4FA2D5AC3AE2}" type="presOf" srcId="{0773BD94-9C75-4B9C-AC9B-EC05F1002B62}" destId="{BACC527E-DE1B-4DB0-9889-624C4337F59D}" srcOrd="0" destOrd="0" presId="urn:microsoft.com/office/officeart/2005/8/layout/chart3"/>
    <dgm:cxn modelId="{0CBEA240-1ACA-4BB0-AB48-DD31CBB1654B}" srcId="{FE432581-7EA0-41F6-BE75-81AFE19131A6}" destId="{9D23E051-5AF8-4071-BB65-D8F382819302}" srcOrd="1" destOrd="0" parTransId="{CDAA3363-02FF-4CBB-ADAC-9F297BB50533}" sibTransId="{870FC622-3D53-4848-8B06-6B2F04A63F26}"/>
    <dgm:cxn modelId="{EB8E3686-4C10-4476-8F93-F4F7AC8C18E5}" type="presOf" srcId="{0DF8BD15-DF47-4E1C-B229-D0CD534A218F}" destId="{B84A9BA7-034C-44E8-B6A9-959DA4A8B5A0}" srcOrd="0" destOrd="0" presId="urn:microsoft.com/office/officeart/2005/8/layout/chart3"/>
    <dgm:cxn modelId="{F916F1A7-0D52-4B84-B12B-429E6047F094}" type="presOf" srcId="{0DF8BD15-DF47-4E1C-B229-D0CD534A218F}" destId="{DEA8929F-8439-4F23-8068-64E79FAF70C8}" srcOrd="1" destOrd="0" presId="urn:microsoft.com/office/officeart/2005/8/layout/chart3"/>
    <dgm:cxn modelId="{098AA8D3-20EB-4040-A333-3C63D7E36852}" srcId="{FE432581-7EA0-41F6-BE75-81AFE19131A6}" destId="{0773BD94-9C75-4B9C-AC9B-EC05F1002B62}" srcOrd="0" destOrd="0" parTransId="{EC0A7D30-54EA-4CD1-B51E-713270364723}" sibTransId="{1496D443-417B-4CCF-B491-772BA845566A}"/>
    <dgm:cxn modelId="{53A011DF-A51A-4265-999B-DBD68A6251AA}" type="presOf" srcId="{0773BD94-9C75-4B9C-AC9B-EC05F1002B62}" destId="{BA5BC7F5-58B0-4390-9FC0-4F7BAF9B6988}" srcOrd="1" destOrd="0" presId="urn:microsoft.com/office/officeart/2005/8/layout/chart3"/>
    <dgm:cxn modelId="{E266CB09-D216-4B2B-8C80-028C50265922}" type="presParOf" srcId="{EADABCE1-0E6F-4E61-B31B-066E49F11436}" destId="{BACC527E-DE1B-4DB0-9889-624C4337F59D}" srcOrd="0" destOrd="0" presId="urn:microsoft.com/office/officeart/2005/8/layout/chart3"/>
    <dgm:cxn modelId="{592A9F9D-6239-4E60-ABC1-6356063CE1DA}" type="presParOf" srcId="{EADABCE1-0E6F-4E61-B31B-066E49F11436}" destId="{BA5BC7F5-58B0-4390-9FC0-4F7BAF9B6988}" srcOrd="1" destOrd="0" presId="urn:microsoft.com/office/officeart/2005/8/layout/chart3"/>
    <dgm:cxn modelId="{E486E070-27FB-4EEC-9912-DCB83CD0C658}" type="presParOf" srcId="{EADABCE1-0E6F-4E61-B31B-066E49F11436}" destId="{20545151-FC7A-4792-A839-4D8C879CBCD0}" srcOrd="2" destOrd="0" presId="urn:microsoft.com/office/officeart/2005/8/layout/chart3"/>
    <dgm:cxn modelId="{14BD3285-94E7-4818-8200-6B110860EDFF}" type="presParOf" srcId="{EADABCE1-0E6F-4E61-B31B-066E49F11436}" destId="{621F2850-EA1E-4CF7-A9D5-9981172133D4}" srcOrd="3" destOrd="0" presId="urn:microsoft.com/office/officeart/2005/8/layout/chart3"/>
    <dgm:cxn modelId="{6A36C332-65AD-439D-9597-EC4EFA1612C5}" type="presParOf" srcId="{EADABCE1-0E6F-4E61-B31B-066E49F11436}" destId="{B84A9BA7-034C-44E8-B6A9-959DA4A8B5A0}" srcOrd="4" destOrd="0" presId="urn:microsoft.com/office/officeart/2005/8/layout/chart3"/>
    <dgm:cxn modelId="{704534D0-2DE5-4451-9223-E066A033BBFC}" type="presParOf" srcId="{EADABCE1-0E6F-4E61-B31B-066E49F11436}" destId="{DEA8929F-8439-4F23-8068-64E79FAF70C8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C527E-DE1B-4DB0-9889-624C4337F59D}">
      <dsp:nvSpPr>
        <dsp:cNvPr id="0" name=""/>
        <dsp:cNvSpPr/>
      </dsp:nvSpPr>
      <dsp:spPr>
        <a:xfrm>
          <a:off x="426712" y="225403"/>
          <a:ext cx="2048615" cy="2048615"/>
        </a:xfrm>
        <a:prstGeom prst="pie">
          <a:avLst>
            <a:gd name="adj1" fmla="val 16200000"/>
            <a:gd name="adj2" fmla="val 180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000" kern="1200" dirty="0">
              <a:solidFill>
                <a:schemeClr val="tx1"/>
              </a:solidFill>
            </a:rPr>
            <a:t>PERET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000" kern="1200" dirty="0">
              <a:solidFill>
                <a:schemeClr val="tx1"/>
              </a:solidFill>
            </a:rPr>
            <a:t>nastanek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800" kern="1200" dirty="0">
              <a:solidFill>
                <a:schemeClr val="tx1"/>
              </a:solidFill>
            </a:rPr>
            <a:t>4 mesece po 30 dni</a:t>
          </a:r>
        </a:p>
      </dsp:txBody>
      <dsp:txXfrm>
        <a:off x="1540525" y="603421"/>
        <a:ext cx="695065" cy="682871"/>
      </dsp:txXfrm>
    </dsp:sp>
    <dsp:sp modelId="{20545151-FC7A-4792-A839-4D8C879CBCD0}">
      <dsp:nvSpPr>
        <dsp:cNvPr id="0" name=""/>
        <dsp:cNvSpPr/>
      </dsp:nvSpPr>
      <dsp:spPr>
        <a:xfrm>
          <a:off x="422600" y="225591"/>
          <a:ext cx="2048615" cy="2048615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000" kern="1200" dirty="0">
              <a:solidFill>
                <a:schemeClr val="tx1"/>
              </a:solidFill>
            </a:rPr>
            <a:t>SHEMU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000" kern="1200" dirty="0">
              <a:solidFill>
                <a:schemeClr val="tx1"/>
              </a:solidFill>
            </a:rPr>
            <a:t>žetev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800" kern="1200" dirty="0">
              <a:solidFill>
                <a:schemeClr val="tx1"/>
              </a:solidFill>
            </a:rPr>
            <a:t>4 mesece po 30 dni</a:t>
          </a:r>
        </a:p>
      </dsp:txBody>
      <dsp:txXfrm>
        <a:off x="983530" y="1518170"/>
        <a:ext cx="926754" cy="634095"/>
      </dsp:txXfrm>
    </dsp:sp>
    <dsp:sp modelId="{B84A9BA7-034C-44E8-B6A9-959DA4A8B5A0}">
      <dsp:nvSpPr>
        <dsp:cNvPr id="0" name=""/>
        <dsp:cNvSpPr/>
      </dsp:nvSpPr>
      <dsp:spPr>
        <a:xfrm>
          <a:off x="422600" y="225591"/>
          <a:ext cx="2048615" cy="2048615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000" kern="1200" dirty="0">
              <a:solidFill>
                <a:schemeClr val="tx1"/>
              </a:solidFill>
            </a:rPr>
            <a:t>AKHET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000" kern="1200" dirty="0">
              <a:solidFill>
                <a:schemeClr val="tx1"/>
              </a:solidFill>
            </a:rPr>
            <a:t>poplava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800" kern="1200" dirty="0">
              <a:solidFill>
                <a:schemeClr val="tx1"/>
              </a:solidFill>
            </a:rPr>
            <a:t>4 mesece po 30 dni</a:t>
          </a:r>
        </a:p>
      </dsp:txBody>
      <dsp:txXfrm>
        <a:off x="642094" y="627998"/>
        <a:ext cx="695065" cy="682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15725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0583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5321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0723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1143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1757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72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975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5997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4143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1471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AAEB7-9DA3-486E-81FE-703EC2AA2CC7}" type="datetimeFigureOut">
              <a:rPr lang="sl-SI" smtClean="0"/>
              <a:t>15.05.2025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B9FE1-021F-4CD2-86B1-D7EB09FD3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566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png"/><Relationship Id="rId9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4C3D5F5-DC90-68C6-1940-B8C9C39AC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595801"/>
              </p:ext>
            </p:extLst>
          </p:nvPr>
        </p:nvGraphicFramePr>
        <p:xfrm>
          <a:off x="1" y="0"/>
          <a:ext cx="10691812" cy="7559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1812">
                  <a:extLst>
                    <a:ext uri="{9D8B030D-6E8A-4147-A177-3AD203B41FA5}">
                      <a16:colId xmlns:a16="http://schemas.microsoft.com/office/drawing/2014/main" val="1871136473"/>
                    </a:ext>
                  </a:extLst>
                </a:gridCol>
              </a:tblGrid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668874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4590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740671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352656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77213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456415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003813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05841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5522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13319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297698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5404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984512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743887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86342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337103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708837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865897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029134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326212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821646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19660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851335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00882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10646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07925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8831"/>
                  </a:ext>
                </a:extLst>
              </a:tr>
              <a:tr h="269668">
                <a:tc>
                  <a:txBody>
                    <a:bodyPr/>
                    <a:lstStyle/>
                    <a:p>
                      <a:endParaRPr lang="sl-SI" sz="1000" dirty="0">
                        <a:solidFill>
                          <a:schemeClr val="tx1"/>
                        </a:solidFill>
                      </a:endParaRPr>
                    </a:p>
                  </a:txBody>
                  <a:tcPr marL="72746" marR="72746" marT="36373" marB="3637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17632"/>
                  </a:ext>
                </a:extLst>
              </a:tr>
            </a:tbl>
          </a:graphicData>
        </a:graphic>
      </p:graphicFrame>
      <p:pic>
        <p:nvPicPr>
          <p:cNvPr id="37" name="Slika 36">
            <a:extLst>
              <a:ext uri="{FF2B5EF4-FFF2-40B4-BE49-F238E27FC236}">
                <a16:creationId xmlns:a16="http://schemas.microsoft.com/office/drawing/2014/main" id="{9B1B352F-C496-97C9-2761-A35F29AE2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721" y="99808"/>
            <a:ext cx="2357931" cy="1093326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1BA6F92-CAA5-2426-39F7-64C8A47C0268}"/>
              </a:ext>
            </a:extLst>
          </p:cNvPr>
          <p:cNvSpPr txBox="1"/>
          <p:nvPr/>
        </p:nvSpPr>
        <p:spPr>
          <a:xfrm>
            <a:off x="10158741" y="27861"/>
            <a:ext cx="436474" cy="226985"/>
          </a:xfrm>
          <a:prstGeom prst="rect">
            <a:avLst/>
          </a:prstGeom>
          <a:solidFill>
            <a:srgbClr val="FEFAF8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sl-SI" sz="875" dirty="0"/>
              <a:t>1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00FBE5F2-C21C-8660-2BF4-71C1EF087966}"/>
              </a:ext>
            </a:extLst>
          </p:cNvPr>
          <p:cNvSpPr txBox="1"/>
          <p:nvPr/>
        </p:nvSpPr>
        <p:spPr>
          <a:xfrm>
            <a:off x="3882000" y="1944102"/>
            <a:ext cx="1860925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dirty="0"/>
              <a:t>Opravila:</a:t>
            </a:r>
          </a:p>
          <a:p>
            <a:endParaRPr lang="sl-SI" sz="1000" dirty="0"/>
          </a:p>
          <a:p>
            <a:endParaRPr lang="sl-SI" sz="1000" dirty="0"/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5F88D132-016F-5A84-0013-FFC1A280D304}"/>
              </a:ext>
            </a:extLst>
          </p:cNvPr>
          <p:cNvSpPr txBox="1"/>
          <p:nvPr/>
        </p:nvSpPr>
        <p:spPr>
          <a:xfrm>
            <a:off x="3882000" y="1503928"/>
            <a:ext cx="1860925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dirty="0"/>
              <a:t>Izgled pokrajine:</a:t>
            </a:r>
          </a:p>
          <a:p>
            <a:endParaRPr lang="sl-SI" sz="1000" dirty="0"/>
          </a:p>
        </p:txBody>
      </p:sp>
      <p:sp>
        <p:nvSpPr>
          <p:cNvPr id="26" name="PoljeZBesedilom 25">
            <a:extLst>
              <a:ext uri="{FF2B5EF4-FFF2-40B4-BE49-F238E27FC236}">
                <a16:creationId xmlns:a16="http://schemas.microsoft.com/office/drawing/2014/main" id="{A8DC9F2A-EF91-AFA6-2DB3-0F0E47221ACC}"/>
              </a:ext>
            </a:extLst>
          </p:cNvPr>
          <p:cNvSpPr txBox="1"/>
          <p:nvPr/>
        </p:nvSpPr>
        <p:spPr>
          <a:xfrm>
            <a:off x="3882000" y="1211863"/>
            <a:ext cx="1860925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l-SI" sz="1000" dirty="0"/>
              <a:t>AKHET = POPLAVA</a:t>
            </a:r>
          </a:p>
        </p:txBody>
      </p:sp>
      <p:pic>
        <p:nvPicPr>
          <p:cNvPr id="45" name="Slika 44">
            <a:extLst>
              <a:ext uri="{FF2B5EF4-FFF2-40B4-BE49-F238E27FC236}">
                <a16:creationId xmlns:a16="http://schemas.microsoft.com/office/drawing/2014/main" id="{1F7B77C8-B858-5FF3-EE84-79CAEF26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879" y="2939001"/>
            <a:ext cx="2359017" cy="1093326"/>
          </a:xfrm>
          <a:prstGeom prst="rect">
            <a:avLst/>
          </a:prstGeom>
        </p:spPr>
      </p:pic>
      <p:grpSp>
        <p:nvGrpSpPr>
          <p:cNvPr id="31" name="Skupina 30">
            <a:extLst>
              <a:ext uri="{FF2B5EF4-FFF2-40B4-BE49-F238E27FC236}">
                <a16:creationId xmlns:a16="http://schemas.microsoft.com/office/drawing/2014/main" id="{AE6A1C8E-2AB4-F997-AE0D-8DF28912B11D}"/>
              </a:ext>
            </a:extLst>
          </p:cNvPr>
          <p:cNvGrpSpPr/>
          <p:nvPr/>
        </p:nvGrpSpPr>
        <p:grpSpPr>
          <a:xfrm>
            <a:off x="8470669" y="1270190"/>
            <a:ext cx="2077983" cy="1606639"/>
            <a:chOff x="9063119" y="5419505"/>
            <a:chExt cx="1691148" cy="1832069"/>
          </a:xfrm>
        </p:grpSpPr>
        <p:sp>
          <p:nvSpPr>
            <p:cNvPr id="23" name="PoljeZBesedilom 22">
              <a:extLst>
                <a:ext uri="{FF2B5EF4-FFF2-40B4-BE49-F238E27FC236}">
                  <a16:creationId xmlns:a16="http://schemas.microsoft.com/office/drawing/2014/main" id="{F532AA4E-4AA2-F24F-5916-EEEE6D69316A}"/>
                </a:ext>
              </a:extLst>
            </p:cNvPr>
            <p:cNvSpPr txBox="1"/>
            <p:nvPr/>
          </p:nvSpPr>
          <p:spPr>
            <a:xfrm>
              <a:off x="9063119" y="6275715"/>
              <a:ext cx="1691148" cy="4562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Opravila:</a:t>
              </a:r>
            </a:p>
            <a:p>
              <a:endParaRPr lang="sl-SI" sz="1000" dirty="0"/>
            </a:p>
          </p:txBody>
        </p:sp>
        <p:sp>
          <p:nvSpPr>
            <p:cNvPr id="24" name="PoljeZBesedilom 23">
              <a:extLst>
                <a:ext uri="{FF2B5EF4-FFF2-40B4-BE49-F238E27FC236}">
                  <a16:creationId xmlns:a16="http://schemas.microsoft.com/office/drawing/2014/main" id="{2C28486B-7EB6-28B0-1640-4B3D5BD88AAA}"/>
                </a:ext>
              </a:extLst>
            </p:cNvPr>
            <p:cNvSpPr txBox="1"/>
            <p:nvPr/>
          </p:nvSpPr>
          <p:spPr>
            <a:xfrm>
              <a:off x="9063119" y="6795324"/>
              <a:ext cx="1691148" cy="4562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Orodje:</a:t>
              </a:r>
            </a:p>
            <a:p>
              <a:endParaRPr lang="sl-SI" sz="1000" dirty="0"/>
            </a:p>
          </p:txBody>
        </p:sp>
        <p:sp>
          <p:nvSpPr>
            <p:cNvPr id="25" name="PoljeZBesedilom 24">
              <a:extLst>
                <a:ext uri="{FF2B5EF4-FFF2-40B4-BE49-F238E27FC236}">
                  <a16:creationId xmlns:a16="http://schemas.microsoft.com/office/drawing/2014/main" id="{28AE6121-7D45-FE7F-3896-1F980F93469E}"/>
                </a:ext>
              </a:extLst>
            </p:cNvPr>
            <p:cNvSpPr txBox="1"/>
            <p:nvPr/>
          </p:nvSpPr>
          <p:spPr>
            <a:xfrm>
              <a:off x="9063119" y="5758990"/>
              <a:ext cx="1691148" cy="4562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Izgled pokrajine:</a:t>
              </a:r>
            </a:p>
            <a:p>
              <a:endParaRPr lang="sl-SI" sz="1000" dirty="0"/>
            </a:p>
          </p:txBody>
        </p:sp>
        <p:sp>
          <p:nvSpPr>
            <p:cNvPr id="28" name="PoljeZBesedilom 27">
              <a:extLst>
                <a:ext uri="{FF2B5EF4-FFF2-40B4-BE49-F238E27FC236}">
                  <a16:creationId xmlns:a16="http://schemas.microsoft.com/office/drawing/2014/main" id="{87EC0A3C-7371-B00C-9892-B745EBF9B4ED}"/>
                </a:ext>
              </a:extLst>
            </p:cNvPr>
            <p:cNvSpPr txBox="1"/>
            <p:nvPr/>
          </p:nvSpPr>
          <p:spPr>
            <a:xfrm>
              <a:off x="9063119" y="5419505"/>
              <a:ext cx="1691148" cy="2807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000" dirty="0"/>
                <a:t>PERET = NASTANEK </a:t>
              </a:r>
              <a:r>
                <a:rPr lang="sl-SI" sz="800" dirty="0"/>
                <a:t>(rodovitne zemlje)</a:t>
              </a:r>
            </a:p>
          </p:txBody>
        </p:sp>
      </p:grpSp>
      <p:sp>
        <p:nvSpPr>
          <p:cNvPr id="32" name="PoljeZBesedilom 31">
            <a:extLst>
              <a:ext uri="{FF2B5EF4-FFF2-40B4-BE49-F238E27FC236}">
                <a16:creationId xmlns:a16="http://schemas.microsoft.com/office/drawing/2014/main" id="{446635FC-918A-0F75-1B4A-491DD54CDD47}"/>
              </a:ext>
            </a:extLst>
          </p:cNvPr>
          <p:cNvSpPr txBox="1"/>
          <p:nvPr/>
        </p:nvSpPr>
        <p:spPr>
          <a:xfrm>
            <a:off x="269592" y="3523977"/>
            <a:ext cx="17924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dirty="0"/>
              <a:t>Egipčanski kmet = </a:t>
            </a: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BA031A9C-A13D-A18E-E298-9DA542A21791}"/>
              </a:ext>
            </a:extLst>
          </p:cNvPr>
          <p:cNvGrpSpPr/>
          <p:nvPr/>
        </p:nvGrpSpPr>
        <p:grpSpPr>
          <a:xfrm>
            <a:off x="3894897" y="4090869"/>
            <a:ext cx="4166964" cy="1631216"/>
            <a:chOff x="7057505" y="3081698"/>
            <a:chExt cx="3474521" cy="1631216"/>
          </a:xfrm>
        </p:grpSpPr>
        <p:sp>
          <p:nvSpPr>
            <p:cNvPr id="27" name="PoljeZBesedilom 26">
              <a:extLst>
                <a:ext uri="{FF2B5EF4-FFF2-40B4-BE49-F238E27FC236}">
                  <a16:creationId xmlns:a16="http://schemas.microsoft.com/office/drawing/2014/main" id="{2D5A05F0-E3EE-80A9-C6B3-F1E075CC13DD}"/>
                </a:ext>
              </a:extLst>
            </p:cNvPr>
            <p:cNvSpPr txBox="1"/>
            <p:nvPr/>
          </p:nvSpPr>
          <p:spPr>
            <a:xfrm>
              <a:off x="7057505" y="3081698"/>
              <a:ext cx="3474521" cy="16312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  <a:p>
              <a:pPr algn="ctr"/>
              <a:endParaRPr lang="sl-SI" sz="1000" dirty="0"/>
            </a:p>
          </p:txBody>
        </p:sp>
        <p:sp>
          <p:nvSpPr>
            <p:cNvPr id="33" name="PoljeZBesedilom 32">
              <a:extLst>
                <a:ext uri="{FF2B5EF4-FFF2-40B4-BE49-F238E27FC236}">
                  <a16:creationId xmlns:a16="http://schemas.microsoft.com/office/drawing/2014/main" id="{BD1394CC-4259-0FE5-63EA-6E73E1CC909E}"/>
                </a:ext>
              </a:extLst>
            </p:cNvPr>
            <p:cNvSpPr txBox="1"/>
            <p:nvPr/>
          </p:nvSpPr>
          <p:spPr>
            <a:xfrm>
              <a:off x="7140934" y="3154362"/>
              <a:ext cx="3319160" cy="55399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Najpomembnejša rastlina =</a:t>
              </a:r>
            </a:p>
            <a:p>
              <a:r>
                <a:rPr lang="sl-SI" sz="1000" dirty="0"/>
                <a:t>Uporaba:  </a:t>
              </a:r>
            </a:p>
            <a:p>
              <a:endParaRPr lang="sl-SI" sz="1000" dirty="0"/>
            </a:p>
          </p:txBody>
        </p:sp>
        <p:sp>
          <p:nvSpPr>
            <p:cNvPr id="34" name="PoljeZBesedilom 33">
              <a:extLst>
                <a:ext uri="{FF2B5EF4-FFF2-40B4-BE49-F238E27FC236}">
                  <a16:creationId xmlns:a16="http://schemas.microsoft.com/office/drawing/2014/main" id="{6C1EDDCB-BCE1-7E62-19EB-50F6CBE66433}"/>
                </a:ext>
              </a:extLst>
            </p:cNvPr>
            <p:cNvSpPr txBox="1"/>
            <p:nvPr/>
          </p:nvSpPr>
          <p:spPr>
            <a:xfrm>
              <a:off x="7135184" y="3753174"/>
              <a:ext cx="331916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Pridelki:</a:t>
              </a:r>
            </a:p>
            <a:p>
              <a:endParaRPr lang="sl-SI" sz="1000" dirty="0"/>
            </a:p>
          </p:txBody>
        </p:sp>
        <p:sp>
          <p:nvSpPr>
            <p:cNvPr id="35" name="PoljeZBesedilom 34">
              <a:extLst>
                <a:ext uri="{FF2B5EF4-FFF2-40B4-BE49-F238E27FC236}">
                  <a16:creationId xmlns:a16="http://schemas.microsoft.com/office/drawing/2014/main" id="{4CC6D7B6-6D18-F5C4-25EC-ED382A4A49BF}"/>
                </a:ext>
              </a:extLst>
            </p:cNvPr>
            <p:cNvSpPr txBox="1"/>
            <p:nvPr/>
          </p:nvSpPr>
          <p:spPr>
            <a:xfrm>
              <a:off x="7135185" y="4220488"/>
              <a:ext cx="3319160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Živinoreja:</a:t>
              </a:r>
            </a:p>
            <a:p>
              <a:endParaRPr lang="sl-SI" sz="1000" dirty="0"/>
            </a:p>
          </p:txBody>
        </p:sp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4FF50E0B-4BEE-E600-C106-38192418CC80}"/>
              </a:ext>
            </a:extLst>
          </p:cNvPr>
          <p:cNvGrpSpPr/>
          <p:nvPr/>
        </p:nvGrpSpPr>
        <p:grpSpPr>
          <a:xfrm>
            <a:off x="251028" y="4197927"/>
            <a:ext cx="3107314" cy="3118607"/>
            <a:chOff x="1323475" y="3598585"/>
            <a:chExt cx="2724530" cy="2705478"/>
          </a:xfrm>
        </p:grpSpPr>
        <p:pic>
          <p:nvPicPr>
            <p:cNvPr id="38" name="Slika 37">
              <a:extLst>
                <a:ext uri="{FF2B5EF4-FFF2-40B4-BE49-F238E27FC236}">
                  <a16:creationId xmlns:a16="http://schemas.microsoft.com/office/drawing/2014/main" id="{65E670C6-6982-5A13-6106-C5B35870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475" y="3598585"/>
              <a:ext cx="2724530" cy="2705478"/>
            </a:xfrm>
            <a:prstGeom prst="rect">
              <a:avLst/>
            </a:prstGeom>
            <a:ln w="19050"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pic>
        <p:sp>
          <p:nvSpPr>
            <p:cNvPr id="40" name="PoljeZBesedilom 39">
              <a:extLst>
                <a:ext uri="{FF2B5EF4-FFF2-40B4-BE49-F238E27FC236}">
                  <a16:creationId xmlns:a16="http://schemas.microsoft.com/office/drawing/2014/main" id="{880CA2B7-AC7D-DAC5-820E-9BE617727853}"/>
                </a:ext>
              </a:extLst>
            </p:cNvPr>
            <p:cNvSpPr txBox="1"/>
            <p:nvPr/>
          </p:nvSpPr>
          <p:spPr>
            <a:xfrm>
              <a:off x="1339752" y="3598585"/>
              <a:ext cx="774807" cy="271515"/>
            </a:xfrm>
            <a:prstGeom prst="rect">
              <a:avLst/>
            </a:prstGeom>
            <a:ln w="19050"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sl-SI" sz="1000" dirty="0"/>
                <a:t>KASNEJE…</a:t>
              </a:r>
            </a:p>
          </p:txBody>
        </p:sp>
      </p:grpSp>
      <p:sp>
        <p:nvSpPr>
          <p:cNvPr id="42" name="PoljeZBesedilom 41">
            <a:extLst>
              <a:ext uri="{FF2B5EF4-FFF2-40B4-BE49-F238E27FC236}">
                <a16:creationId xmlns:a16="http://schemas.microsoft.com/office/drawing/2014/main" id="{8B58BC4E-4AB4-7BC6-C823-12B1E45CCE5D}"/>
              </a:ext>
            </a:extLst>
          </p:cNvPr>
          <p:cNvSpPr txBox="1"/>
          <p:nvPr/>
        </p:nvSpPr>
        <p:spPr>
          <a:xfrm>
            <a:off x="2933649" y="6246353"/>
            <a:ext cx="2476262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dirty="0"/>
              <a:t>Zakaj?</a:t>
            </a:r>
          </a:p>
        </p:txBody>
      </p:sp>
      <p:sp>
        <p:nvSpPr>
          <p:cNvPr id="43" name="PoljeZBesedilom 42">
            <a:extLst>
              <a:ext uri="{FF2B5EF4-FFF2-40B4-BE49-F238E27FC236}">
                <a16:creationId xmlns:a16="http://schemas.microsoft.com/office/drawing/2014/main" id="{3D121532-678A-FCD5-1A45-22491FE6FF0F}"/>
              </a:ext>
            </a:extLst>
          </p:cNvPr>
          <p:cNvSpPr txBox="1"/>
          <p:nvPr/>
        </p:nvSpPr>
        <p:spPr>
          <a:xfrm>
            <a:off x="2933649" y="6576359"/>
            <a:ext cx="2476262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dirty="0"/>
              <a:t>Kako?</a:t>
            </a:r>
          </a:p>
          <a:p>
            <a:endParaRPr lang="sl-SI" sz="1000" dirty="0"/>
          </a:p>
        </p:txBody>
      </p:sp>
      <p:sp>
        <p:nvSpPr>
          <p:cNvPr id="44" name="PoljeZBesedilom 43">
            <a:extLst>
              <a:ext uri="{FF2B5EF4-FFF2-40B4-BE49-F238E27FC236}">
                <a16:creationId xmlns:a16="http://schemas.microsoft.com/office/drawing/2014/main" id="{64AD2C5B-FADD-348A-DB08-1D11D448E11F}"/>
              </a:ext>
            </a:extLst>
          </p:cNvPr>
          <p:cNvSpPr txBox="1"/>
          <p:nvPr/>
        </p:nvSpPr>
        <p:spPr>
          <a:xfrm>
            <a:off x="2933649" y="7069028"/>
            <a:ext cx="2476262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dirty="0"/>
              <a:t>Na kaj je to vplivalo?</a:t>
            </a:r>
          </a:p>
          <a:p>
            <a:endParaRPr lang="sl-SI" sz="1000" dirty="0"/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CB8F9E7F-6FE7-F801-10A1-92CCA7DE0C0A}"/>
              </a:ext>
            </a:extLst>
          </p:cNvPr>
          <p:cNvGrpSpPr/>
          <p:nvPr/>
        </p:nvGrpSpPr>
        <p:grpSpPr>
          <a:xfrm>
            <a:off x="260812" y="426592"/>
            <a:ext cx="3397792" cy="3057039"/>
            <a:chOff x="1444139" y="83186"/>
            <a:chExt cx="3542018" cy="3161459"/>
          </a:xfrm>
        </p:grpSpPr>
        <p:pic>
          <p:nvPicPr>
            <p:cNvPr id="16" name="Slika 15">
              <a:extLst>
                <a:ext uri="{FF2B5EF4-FFF2-40B4-BE49-F238E27FC236}">
                  <a16:creationId xmlns:a16="http://schemas.microsoft.com/office/drawing/2014/main" id="{FF77126E-D960-DEF4-C50D-0E89F10A4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4139" y="83186"/>
              <a:ext cx="3542018" cy="3161459"/>
            </a:xfrm>
            <a:prstGeom prst="rect">
              <a:avLst/>
            </a:prstGeom>
          </p:spPr>
        </p:pic>
        <p:sp>
          <p:nvSpPr>
            <p:cNvPr id="6" name="PoljeZBesedilom 5">
              <a:extLst>
                <a:ext uri="{FF2B5EF4-FFF2-40B4-BE49-F238E27FC236}">
                  <a16:creationId xmlns:a16="http://schemas.microsoft.com/office/drawing/2014/main" id="{3D1FF995-7011-3974-1BB3-3C783CFCB711}"/>
                </a:ext>
              </a:extLst>
            </p:cNvPr>
            <p:cNvSpPr txBox="1"/>
            <p:nvPr/>
          </p:nvSpPr>
          <p:spPr>
            <a:xfrm>
              <a:off x="3616933" y="951922"/>
              <a:ext cx="1369224" cy="468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KEMET =</a:t>
              </a:r>
            </a:p>
            <a:p>
              <a:r>
                <a:rPr lang="sl-SI" sz="1000" dirty="0"/>
                <a:t>Korist: </a:t>
              </a:r>
            </a:p>
          </p:txBody>
        </p:sp>
        <p:sp>
          <p:nvSpPr>
            <p:cNvPr id="7" name="PoljeZBesedilom 6">
              <a:extLst>
                <a:ext uri="{FF2B5EF4-FFF2-40B4-BE49-F238E27FC236}">
                  <a16:creationId xmlns:a16="http://schemas.microsoft.com/office/drawing/2014/main" id="{5B270D30-6BB9-00CD-AC28-A80E5F225877}"/>
                </a:ext>
              </a:extLst>
            </p:cNvPr>
            <p:cNvSpPr txBox="1"/>
            <p:nvPr/>
          </p:nvSpPr>
          <p:spPr>
            <a:xfrm>
              <a:off x="1444139" y="1292403"/>
              <a:ext cx="1369224" cy="468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DEŠERET =</a:t>
              </a:r>
            </a:p>
            <a:p>
              <a:r>
                <a:rPr lang="sl-SI" sz="1000" dirty="0"/>
                <a:t>Korist:  </a:t>
              </a:r>
            </a:p>
          </p:txBody>
        </p:sp>
        <p:sp>
          <p:nvSpPr>
            <p:cNvPr id="10" name="PoljeZBesedilom 9">
              <a:extLst>
                <a:ext uri="{FF2B5EF4-FFF2-40B4-BE49-F238E27FC236}">
                  <a16:creationId xmlns:a16="http://schemas.microsoft.com/office/drawing/2014/main" id="{560B5C05-00E0-AF03-F636-2780F3556179}"/>
                </a:ext>
              </a:extLst>
            </p:cNvPr>
            <p:cNvSpPr txBox="1"/>
            <p:nvPr/>
          </p:nvSpPr>
          <p:spPr>
            <a:xfrm>
              <a:off x="1444139" y="83186"/>
              <a:ext cx="1989833" cy="2883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Poveži z zemljevidom in dopolni</a:t>
              </a:r>
            </a:p>
          </p:txBody>
        </p:sp>
      </p:grpSp>
      <p:grpSp>
        <p:nvGrpSpPr>
          <p:cNvPr id="19" name="Skupina 18">
            <a:extLst>
              <a:ext uri="{FF2B5EF4-FFF2-40B4-BE49-F238E27FC236}">
                <a16:creationId xmlns:a16="http://schemas.microsoft.com/office/drawing/2014/main" id="{3FAE46AA-D087-9AF3-8C35-A0AD026A24E4}"/>
              </a:ext>
            </a:extLst>
          </p:cNvPr>
          <p:cNvGrpSpPr/>
          <p:nvPr/>
        </p:nvGrpSpPr>
        <p:grpSpPr>
          <a:xfrm>
            <a:off x="5957534" y="5976564"/>
            <a:ext cx="4591118" cy="1491931"/>
            <a:chOff x="5957534" y="5683759"/>
            <a:chExt cx="4591118" cy="1491931"/>
          </a:xfrm>
        </p:grpSpPr>
        <p:sp>
          <p:nvSpPr>
            <p:cNvPr id="50" name="Pravokotnik 49">
              <a:extLst>
                <a:ext uri="{FF2B5EF4-FFF2-40B4-BE49-F238E27FC236}">
                  <a16:creationId xmlns:a16="http://schemas.microsoft.com/office/drawing/2014/main" id="{3C13BACD-8894-6DF7-414F-B0CD31E30C88}"/>
                </a:ext>
              </a:extLst>
            </p:cNvPr>
            <p:cNvSpPr/>
            <p:nvPr/>
          </p:nvSpPr>
          <p:spPr>
            <a:xfrm>
              <a:off x="5957534" y="5683759"/>
              <a:ext cx="4591118" cy="14919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 sz="1579"/>
            </a:p>
          </p:txBody>
        </p:sp>
        <p:pic>
          <p:nvPicPr>
            <p:cNvPr id="46" name="Slika 45">
              <a:extLst>
                <a:ext uri="{FF2B5EF4-FFF2-40B4-BE49-F238E27FC236}">
                  <a16:creationId xmlns:a16="http://schemas.microsoft.com/office/drawing/2014/main" id="{BA4CB323-59E5-46C7-3AD4-BC7482618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69713" y="5896691"/>
              <a:ext cx="1467654" cy="1128388"/>
            </a:xfrm>
            <a:prstGeom prst="rect">
              <a:avLst/>
            </a:prstGeom>
          </p:spPr>
        </p:pic>
        <p:sp>
          <p:nvSpPr>
            <p:cNvPr id="47" name="PoljeZBesedilom 46">
              <a:extLst>
                <a:ext uri="{FF2B5EF4-FFF2-40B4-BE49-F238E27FC236}">
                  <a16:creationId xmlns:a16="http://schemas.microsoft.com/office/drawing/2014/main" id="{4A973CF2-5548-1FCC-194B-437DD308569A}"/>
                </a:ext>
              </a:extLst>
            </p:cNvPr>
            <p:cNvSpPr txBox="1"/>
            <p:nvPr/>
          </p:nvSpPr>
          <p:spPr>
            <a:xfrm>
              <a:off x="7980218" y="5896690"/>
              <a:ext cx="2460566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Kaj je to?</a:t>
              </a:r>
            </a:p>
          </p:txBody>
        </p:sp>
        <p:cxnSp>
          <p:nvCxnSpPr>
            <p:cNvPr id="49" name="Raven puščični povezovalnik 48">
              <a:extLst>
                <a:ext uri="{FF2B5EF4-FFF2-40B4-BE49-F238E27FC236}">
                  <a16:creationId xmlns:a16="http://schemas.microsoft.com/office/drawing/2014/main" id="{F4647839-6CB4-18B9-E16A-4865A8256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2640" y="6094010"/>
              <a:ext cx="301685" cy="847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PoljeZBesedilom 51">
              <a:extLst>
                <a:ext uri="{FF2B5EF4-FFF2-40B4-BE49-F238E27FC236}">
                  <a16:creationId xmlns:a16="http://schemas.microsoft.com/office/drawing/2014/main" id="{ADE72350-C5A3-D92B-42DB-8F721DAC1BC3}"/>
                </a:ext>
              </a:extLst>
            </p:cNvPr>
            <p:cNvSpPr txBox="1"/>
            <p:nvPr/>
          </p:nvSpPr>
          <p:spPr>
            <a:xfrm>
              <a:off x="7980218" y="6225049"/>
              <a:ext cx="2460566" cy="7986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Kako deluje?</a:t>
              </a:r>
            </a:p>
            <a:p>
              <a:endParaRPr lang="sl-SI" sz="1000" dirty="0"/>
            </a:p>
            <a:p>
              <a:endParaRPr lang="sl-SI" sz="1000" dirty="0"/>
            </a:p>
            <a:p>
              <a:endParaRPr lang="sl-SI" sz="795" dirty="0"/>
            </a:p>
            <a:p>
              <a:endParaRPr lang="sl-SI" sz="795" dirty="0"/>
            </a:p>
          </p:txBody>
        </p:sp>
      </p:grpSp>
      <p:sp>
        <p:nvSpPr>
          <p:cNvPr id="53" name="PoljeZBesedilom 52">
            <a:extLst>
              <a:ext uri="{FF2B5EF4-FFF2-40B4-BE49-F238E27FC236}">
                <a16:creationId xmlns:a16="http://schemas.microsoft.com/office/drawing/2014/main" id="{91ABF8A4-3C7C-A128-C042-3332B9C7ADCE}"/>
              </a:ext>
            </a:extLst>
          </p:cNvPr>
          <p:cNvSpPr txBox="1"/>
          <p:nvPr/>
        </p:nvSpPr>
        <p:spPr>
          <a:xfrm>
            <a:off x="260812" y="9119"/>
            <a:ext cx="2010009" cy="281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l-SI" sz="1228" b="1" dirty="0"/>
              <a:t>EGIPČANSKO KMETIJSTVO</a:t>
            </a:r>
          </a:p>
        </p:txBody>
      </p:sp>
      <p:pic>
        <p:nvPicPr>
          <p:cNvPr id="13" name="Slika 12">
            <a:extLst>
              <a:ext uri="{FF2B5EF4-FFF2-40B4-BE49-F238E27FC236}">
                <a16:creationId xmlns:a16="http://schemas.microsoft.com/office/drawing/2014/main" id="{77E87316-F774-E592-162F-C2CB7F2551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996" y="72693"/>
            <a:ext cx="2357931" cy="1093326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793C51B-5284-2DBB-E41F-DAAC1E8379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450331"/>
              </p:ext>
            </p:extLst>
          </p:nvPr>
        </p:nvGraphicFramePr>
        <p:xfrm>
          <a:off x="5768506" y="383985"/>
          <a:ext cx="2999417" cy="243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8" name="PoljeZBesedilom 47">
            <a:extLst>
              <a:ext uri="{FF2B5EF4-FFF2-40B4-BE49-F238E27FC236}">
                <a16:creationId xmlns:a16="http://schemas.microsoft.com/office/drawing/2014/main" id="{CA8555E7-6F9A-1368-C73C-55E66F182EC7}"/>
              </a:ext>
            </a:extLst>
          </p:cNvPr>
          <p:cNvSpPr txBox="1"/>
          <p:nvPr/>
        </p:nvSpPr>
        <p:spPr>
          <a:xfrm>
            <a:off x="6460205" y="119914"/>
            <a:ext cx="1454120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b="1" dirty="0"/>
              <a:t>EGIPČANSKI KOLEDAR</a:t>
            </a:r>
          </a:p>
        </p:txBody>
      </p:sp>
      <p:grpSp>
        <p:nvGrpSpPr>
          <p:cNvPr id="18" name="Skupina 17">
            <a:extLst>
              <a:ext uri="{FF2B5EF4-FFF2-40B4-BE49-F238E27FC236}">
                <a16:creationId xmlns:a16="http://schemas.microsoft.com/office/drawing/2014/main" id="{E645B41D-5628-F056-20B2-38A0C2791919}"/>
              </a:ext>
            </a:extLst>
          </p:cNvPr>
          <p:cNvGrpSpPr/>
          <p:nvPr/>
        </p:nvGrpSpPr>
        <p:grpSpPr>
          <a:xfrm>
            <a:off x="8163879" y="4085324"/>
            <a:ext cx="2384773" cy="1642222"/>
            <a:chOff x="4333735" y="3856757"/>
            <a:chExt cx="2384773" cy="1560951"/>
          </a:xfrm>
        </p:grpSpPr>
        <p:sp>
          <p:nvSpPr>
            <p:cNvPr id="20" name="PoljeZBesedilom 19">
              <a:extLst>
                <a:ext uri="{FF2B5EF4-FFF2-40B4-BE49-F238E27FC236}">
                  <a16:creationId xmlns:a16="http://schemas.microsoft.com/office/drawing/2014/main" id="{11B7D9F0-B6E9-CA9B-7A0C-8FACE105C75A}"/>
                </a:ext>
              </a:extLst>
            </p:cNvPr>
            <p:cNvSpPr txBox="1"/>
            <p:nvPr/>
          </p:nvSpPr>
          <p:spPr>
            <a:xfrm>
              <a:off x="4340706" y="4585687"/>
              <a:ext cx="237780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Opravila:</a:t>
              </a:r>
            </a:p>
            <a:p>
              <a:endParaRPr lang="sl-SI" sz="1000" dirty="0"/>
            </a:p>
          </p:txBody>
        </p:sp>
        <p:sp>
          <p:nvSpPr>
            <p:cNvPr id="21" name="PoljeZBesedilom 20">
              <a:extLst>
                <a:ext uri="{FF2B5EF4-FFF2-40B4-BE49-F238E27FC236}">
                  <a16:creationId xmlns:a16="http://schemas.microsoft.com/office/drawing/2014/main" id="{F09D5950-F701-DE60-04B7-23979863A13D}"/>
                </a:ext>
              </a:extLst>
            </p:cNvPr>
            <p:cNvSpPr txBox="1"/>
            <p:nvPr/>
          </p:nvSpPr>
          <p:spPr>
            <a:xfrm>
              <a:off x="4340707" y="5017598"/>
              <a:ext cx="237780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Orodje, prostor za shranjevanje:</a:t>
              </a:r>
            </a:p>
            <a:p>
              <a:endParaRPr lang="sl-SI" sz="1000" dirty="0"/>
            </a:p>
          </p:txBody>
        </p:sp>
        <p:sp>
          <p:nvSpPr>
            <p:cNvPr id="22" name="PoljeZBesedilom 21">
              <a:extLst>
                <a:ext uri="{FF2B5EF4-FFF2-40B4-BE49-F238E27FC236}">
                  <a16:creationId xmlns:a16="http://schemas.microsoft.com/office/drawing/2014/main" id="{421BCCD0-D394-2659-13FE-885321042156}"/>
                </a:ext>
              </a:extLst>
            </p:cNvPr>
            <p:cNvSpPr txBox="1"/>
            <p:nvPr/>
          </p:nvSpPr>
          <p:spPr>
            <a:xfrm>
              <a:off x="4333735" y="4149258"/>
              <a:ext cx="238477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000" dirty="0"/>
                <a:t>Izgled pokrajine:</a:t>
              </a:r>
            </a:p>
            <a:p>
              <a:endParaRPr lang="sl-SI" sz="1000" dirty="0"/>
            </a:p>
          </p:txBody>
        </p:sp>
        <p:sp>
          <p:nvSpPr>
            <p:cNvPr id="2" name="PoljeZBesedilom 1">
              <a:extLst>
                <a:ext uri="{FF2B5EF4-FFF2-40B4-BE49-F238E27FC236}">
                  <a16:creationId xmlns:a16="http://schemas.microsoft.com/office/drawing/2014/main" id="{2261C240-7F6D-4208-9ADF-4F5ED8E80BAB}"/>
                </a:ext>
              </a:extLst>
            </p:cNvPr>
            <p:cNvSpPr txBox="1"/>
            <p:nvPr/>
          </p:nvSpPr>
          <p:spPr>
            <a:xfrm>
              <a:off x="4333735" y="3856757"/>
              <a:ext cx="2384772" cy="2462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000" dirty="0"/>
                <a:t>SHEMU = ŽETEV</a:t>
              </a:r>
            </a:p>
          </p:txBody>
        </p:sp>
      </p:grp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681E894A-B741-F53A-9C23-E8BCFC326930}"/>
              </a:ext>
            </a:extLst>
          </p:cNvPr>
          <p:cNvSpPr txBox="1"/>
          <p:nvPr/>
        </p:nvSpPr>
        <p:spPr>
          <a:xfrm>
            <a:off x="5957534" y="2016982"/>
            <a:ext cx="732406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l-SI" sz="800" b="1" dirty="0">
                <a:solidFill>
                  <a:schemeClr val="accent1">
                    <a:lumMod val="75000"/>
                  </a:schemeClr>
                </a:solidFill>
              </a:rPr>
              <a:t>NOVO LETO</a:t>
            </a:r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933D7EDF-AD77-E247-3084-49E678D390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94897" y="2556711"/>
            <a:ext cx="1873609" cy="1359767"/>
          </a:xfrm>
          <a:prstGeom prst="rect">
            <a:avLst/>
          </a:prstGeom>
        </p:spPr>
      </p:pic>
      <p:sp>
        <p:nvSpPr>
          <p:cNvPr id="29" name="PoljeZBesedilom 28">
            <a:extLst>
              <a:ext uri="{FF2B5EF4-FFF2-40B4-BE49-F238E27FC236}">
                <a16:creationId xmlns:a16="http://schemas.microsoft.com/office/drawing/2014/main" id="{7F468C59-7B2C-4436-4007-26045CA963CC}"/>
              </a:ext>
            </a:extLst>
          </p:cNvPr>
          <p:cNvSpPr txBox="1"/>
          <p:nvPr/>
        </p:nvSpPr>
        <p:spPr>
          <a:xfrm>
            <a:off x="5844091" y="2729446"/>
            <a:ext cx="2192992" cy="116955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l-SI" sz="1000" noProof="1"/>
              <a:t>Kako so bili stari Egipčani povezani z zvezdo Sirius?</a:t>
            </a:r>
          </a:p>
          <a:p>
            <a:endParaRPr lang="sl-SI" sz="1000" noProof="1"/>
          </a:p>
          <a:p>
            <a:endParaRPr lang="sl-SI" sz="1000" noProof="1"/>
          </a:p>
          <a:p>
            <a:endParaRPr lang="sl-SI" sz="1000" noProof="1"/>
          </a:p>
          <a:p>
            <a:endParaRPr lang="sl-SI" sz="1000" noProof="1"/>
          </a:p>
          <a:p>
            <a:endParaRPr lang="sl-SI" sz="1000" noProof="1"/>
          </a:p>
        </p:txBody>
      </p:sp>
    </p:spTree>
    <p:extLst>
      <p:ext uri="{BB962C8B-B14F-4D97-AF65-F5344CB8AC3E}">
        <p14:creationId xmlns:p14="http://schemas.microsoft.com/office/powerpoint/2010/main" val="54210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Officeova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ova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ova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1806</TotalTime>
  <Words>118</Words>
  <Application>Microsoft Office PowerPoint</Application>
  <PresentationFormat>Po meri</PresentationFormat>
  <Paragraphs>54</Paragraphs>
  <Slides>1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Officeova tema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PowerPointova predstavitev</dc:title>
  <dc:creator>Sonja Sibila Čmrlec</dc:creator>
  <cp:lastModifiedBy>Sonja Sibila Čmrlec</cp:lastModifiedBy>
  <cp:revision>224</cp:revision>
  <dcterms:created xsi:type="dcterms:W3CDTF">2025-01-16T16:44:33Z</dcterms:created>
  <dcterms:modified xsi:type="dcterms:W3CDTF">2025-05-15T11:42:20Z</dcterms:modified>
</cp:coreProperties>
</file>